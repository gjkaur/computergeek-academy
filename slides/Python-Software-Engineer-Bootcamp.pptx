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learners. This deck focuses on the Python bootcamp only.
Point them to the free Python Code Lab for Week 1 dry-runs.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syntax alone is not enough — we go to production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big picture early so Week 1 foundations feel purposeful.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PPT focuses deep content on Week 1 for now. Later weeks = roadmap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overwhelm beginners — say “you will grow into this stack.”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lab live if possible in the first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 opener. Labs every module. Use Code Lab for variables &amp; loops.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 opener.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motivation to careers, not just “Python is popular.”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learners verify install together. Fix PATH issues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 deliberate bug and how to read the traceback.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Time-box tightly. Help anyone stuck on install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2–3 demos. Praise clean structure over cleverness.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 opener. Pair with Code Lab memory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name → value boxes on whiteboard if teaching in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hints are documentation + future tooling — keep gentle in Week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“aha” moment for beginners — don’t rush.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type hints are present even if checker isn’t set up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 opener.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one messy nested if, then a cleaner rewrite.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loops to memory visualization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designing rules first — software engineering habit.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learners to predict before Step — builds dry-run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 opener — closes Week 1 foundations.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Choosing the right structure is an engineering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 that nested dict/list debugging needs dry-runs.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Reject over-engineering — Week 1 dicts are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 finishing Week 1 foundations.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this PPT is Python bootcamp focus; deep slides expand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Code Lab demo reminder and next meeting logistics.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Software Engineer Bootcamp</dc:title>
  <dc:subject>PptxGenJS Presentation</dc:subject>
  <dc:creator>Created by Marp</dc:creator>
  <cp:lastModifiedBy>Created by Marp</cp:lastModifiedBy>
  <cp:revision>1</cp:revision>
  <dcterms:created xsi:type="dcterms:W3CDTF">2026-09-04T20:36:17Z</dcterms:created>
  <dcterms:modified xsi:type="dcterms:W3CDTF">2026-09-04T20:36:17Z</dcterms:modified>
</cp:coreProperties>
</file>